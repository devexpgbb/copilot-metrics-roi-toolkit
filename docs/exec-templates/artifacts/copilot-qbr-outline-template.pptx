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GitHub Copilot QBR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 slide deck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Adoption headline</a:t>
            </a:r>
          </a:p>
          <a:p>
            <a:pPr>
              <a:defRPr sz="2000"/>
            </a:pPr>
            <a:r>
              <a:t>Key win</a:t>
            </a:r>
          </a:p>
          <a:p>
            <a:pPr>
              <a:defRPr sz="2000"/>
            </a:pPr>
            <a:r>
              <a:t>Focus area for next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Adoption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Seat utilization</a:t>
            </a:r>
          </a:p>
          <a:p>
            <a:pPr>
              <a:defRPr sz="2000"/>
            </a:pPr>
            <a:r>
              <a:t>MAU</a:t>
            </a:r>
          </a:p>
          <a:p>
            <a:pPr>
              <a:defRPr sz="2000"/>
            </a:pPr>
            <a:r>
              <a:t>DAU/MAU</a:t>
            </a:r>
          </a:p>
          <a:p>
            <a:pPr>
              <a:defRPr sz="2000"/>
            </a:pPr>
            <a:r>
              <a:t>Acceptance rate</a:t>
            </a:r>
          </a:p>
          <a:p>
            <a:pPr>
              <a:defRPr sz="2000"/>
            </a:pPr>
            <a:r>
              <a:t>Chat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Engagement Deep-Dive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Feature mix</a:t>
            </a:r>
          </a:p>
          <a:p>
            <a:pPr>
              <a:defRPr sz="2000"/>
            </a:pPr>
            <a:r>
              <a:t>Top languages</a:t>
            </a:r>
          </a:p>
          <a:p>
            <a:pPr>
              <a:defRPr sz="2000"/>
            </a:pPr>
            <a:r>
              <a:t>IDE distribution</a:t>
            </a:r>
          </a:p>
          <a:p>
            <a:pPr>
              <a:defRPr sz="2000"/>
            </a:pPr>
            <a:r>
              <a:t>Agent adoption trend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Impact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 cycle time</a:t>
            </a:r>
          </a:p>
          <a:p>
            <a:pPr>
              <a:defRPr sz="2000"/>
            </a:pPr>
            <a:r>
              <a:t>Deployment frequency</a:t>
            </a:r>
          </a:p>
          <a:p>
            <a:pPr>
              <a:defRPr sz="2000"/>
            </a:pPr>
            <a:r>
              <a:t>Review turnaround</a:t>
            </a:r>
          </a:p>
          <a:p>
            <a:pPr>
              <a:defRPr sz="2000"/>
            </a:pPr>
            <a:r>
              <a:t>DORA correlation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ROI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Quarterly cost</a:t>
            </a:r>
          </a:p>
          <a:p>
            <a:pPr>
              <a:defRPr sz="2000"/>
            </a:pPr>
            <a:r>
              <a:t>Value created</a:t>
            </a:r>
          </a:p>
          <a:p>
            <a:pPr>
              <a:defRPr sz="2000"/>
            </a:pPr>
            <a:r>
              <a:t>Net value</a:t>
            </a:r>
          </a:p>
          <a:p>
            <a:pPr>
              <a:defRPr sz="2000"/>
            </a:pPr>
            <a:r>
              <a:t>Annualized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Team story #1</a:t>
            </a:r>
          </a:p>
          <a:p>
            <a:pPr>
              <a:defRPr sz="2000"/>
            </a:pPr>
            <a:r>
              <a:t>Team story #2</a:t>
            </a:r>
          </a:p>
          <a:p>
            <a:pPr>
              <a:defRPr sz="2000"/>
            </a:pPr>
            <a:r>
              <a:t>Optional story #3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Risks &amp; Blockers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Risk</a:t>
            </a:r>
          </a:p>
          <a:p>
            <a:pPr>
              <a:defRPr sz="2000"/>
            </a:pPr>
            <a:r>
              <a:t>Impact</a:t>
            </a:r>
          </a:p>
          <a:p>
            <a:pPr>
              <a:defRPr sz="2000"/>
            </a:pPr>
            <a:r>
              <a:t>Action</a:t>
            </a:r>
          </a:p>
          <a:p>
            <a:pPr>
              <a:defRPr sz="2000"/>
            </a:pPr>
            <a:r>
              <a:t>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Next Quarter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Planned actions</a:t>
            </a:r>
          </a:p>
          <a:p>
            <a:pPr>
              <a:defRPr sz="2000"/>
            </a:pPr>
            <a:r>
              <a:t>Targets</a:t>
            </a:r>
          </a:p>
          <a:p>
            <a:pPr>
              <a:defRPr sz="2000"/>
            </a:pPr>
            <a:r>
              <a:t>Timeline</a:t>
            </a:r>
          </a:p>
          <a:p>
            <a:pPr>
              <a:defRPr sz="2000"/>
            </a:pPr>
            <a:r>
              <a:t>Owners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Data Sources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source, collection method, and known limitations for each KPI.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